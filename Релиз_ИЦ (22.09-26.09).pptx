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4" r:id="rId2"/>
  </p:sldMasterIdLst>
  <p:notesMasterIdLst>
    <p:notesMasterId r:id="rId8"/>
  </p:notesMasterIdLst>
  <p:sldIdLst>
    <p:sldId id="256" r:id="rId3"/>
    <p:sldId id="257" r:id="rId4"/>
    <p:sldId id="269" r:id="rId5"/>
    <p:sldId id="262" r:id="rId6"/>
    <p:sldId id="268" r:id="rId7"/>
  </p:sldIdLst>
  <p:sldSz cx="9144000" cy="5715000" type="screen16x10"/>
  <p:notesSz cx="7010400" cy="9236075"/>
  <p:embeddedFontLst>
    <p:embeddedFont>
      <p:font typeface="Manrope" panose="020B0604020202020204" charset="0"/>
      <p:regular r:id="rId9"/>
      <p:bold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9AA0A6"/>
          </p15:clr>
        </p15:guide>
        <p15:guide id="2" orient="horz" pos="3260">
          <p15:clr>
            <a:srgbClr val="9AA0A6"/>
          </p15:clr>
        </p15:guide>
        <p15:guide id="3" pos="408">
          <p15:clr>
            <a:srgbClr val="9AA0A6"/>
          </p15:clr>
        </p15:guide>
        <p15:guide id="4" orient="horz" pos="340">
          <p15:clr>
            <a:srgbClr val="9AA0A6"/>
          </p15:clr>
        </p15:guide>
        <p15:guide id="5" pos="5352">
          <p15:clr>
            <a:srgbClr val="9AA0A6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jJ+rzTk+bOOsu+u0Npqen952Wv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7"/>
  </p:normalViewPr>
  <p:slideViewPr>
    <p:cSldViewPr snapToGrid="0">
      <p:cViewPr varScale="1">
        <p:scale>
          <a:sx n="126" d="100"/>
          <a:sy n="126" d="100"/>
        </p:scale>
        <p:origin x="1116" y="120"/>
      </p:cViewPr>
      <p:guideLst>
        <p:guide pos="2880"/>
        <p:guide orient="horz" pos="3260"/>
        <p:guide pos="408"/>
        <p:guide orient="horz" pos="340"/>
        <p:guide pos="53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customschemas.google.com/relationships/presentationmetadata" Target="meta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40" cy="463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800" tIns="46375" rIns="92800" bIns="463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3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800" tIns="46375" rIns="92800" bIns="463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11238" y="1154113"/>
            <a:ext cx="498792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44861"/>
            <a:ext cx="5608320" cy="363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800" tIns="46375" rIns="92800" bIns="463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772669"/>
            <a:ext cx="3037840" cy="46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800" tIns="46375" rIns="92800" bIns="463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772669"/>
            <a:ext cx="3037840" cy="46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800" tIns="46375" rIns="92800" bIns="463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:notes"/>
          <p:cNvSpPr txBox="1">
            <a:spLocks noGrp="1"/>
          </p:cNvSpPr>
          <p:nvPr>
            <p:ph type="body" idx="1"/>
          </p:nvPr>
        </p:nvSpPr>
        <p:spPr>
          <a:xfrm>
            <a:off x="701040" y="4444861"/>
            <a:ext cx="5608320" cy="363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800" tIns="46375" rIns="92800" bIns="463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11238" y="1154113"/>
            <a:ext cx="498792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0e337bcd49_0_1:notes"/>
          <p:cNvSpPr txBox="1">
            <a:spLocks noGrp="1"/>
          </p:cNvSpPr>
          <p:nvPr>
            <p:ph type="body" idx="1"/>
          </p:nvPr>
        </p:nvSpPr>
        <p:spPr>
          <a:xfrm>
            <a:off x="701040" y="4444861"/>
            <a:ext cx="5608200" cy="3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75" tIns="46525" rIns="93075" bIns="465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/>
          </a:p>
        </p:txBody>
      </p:sp>
      <p:sp>
        <p:nvSpPr>
          <p:cNvPr id="143" name="Google Shape;143;g30e337bcd4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11238" y="1154113"/>
            <a:ext cx="498792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2b1aadfbb_0_14:notes"/>
          <p:cNvSpPr txBox="1">
            <a:spLocks noGrp="1"/>
          </p:cNvSpPr>
          <p:nvPr>
            <p:ph type="body" idx="1"/>
          </p:nvPr>
        </p:nvSpPr>
        <p:spPr>
          <a:xfrm>
            <a:off x="701040" y="4444861"/>
            <a:ext cx="5608200" cy="3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75" tIns="46525" rIns="93075" bIns="465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/>
          </a:p>
        </p:txBody>
      </p:sp>
      <p:sp>
        <p:nvSpPr>
          <p:cNvPr id="183" name="Google Shape;183;g362b1aadfb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11238" y="1154113"/>
            <a:ext cx="498792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3545a9d17_0_15:notes"/>
          <p:cNvSpPr txBox="1">
            <a:spLocks noGrp="1"/>
          </p:cNvSpPr>
          <p:nvPr>
            <p:ph type="body" idx="1"/>
          </p:nvPr>
        </p:nvSpPr>
        <p:spPr>
          <a:xfrm>
            <a:off x="701040" y="4444861"/>
            <a:ext cx="5608200" cy="3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75" tIns="46525" rIns="93075" bIns="465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/>
          </a:p>
        </p:txBody>
      </p:sp>
      <p:sp>
        <p:nvSpPr>
          <p:cNvPr id="231" name="Google Shape;231;g363545a9d1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11238" y="1154113"/>
            <a:ext cx="498792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1 - Right light vertical image">
  <p:cSld name="TITLE SLIDE 1 - Right light vertical imag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 txBox="1">
            <a:spLocks noGrp="1"/>
          </p:cNvSpPr>
          <p:nvPr>
            <p:ph type="ctrTitle"/>
          </p:nvPr>
        </p:nvSpPr>
        <p:spPr>
          <a:xfrm>
            <a:off x="729877" y="1116000"/>
            <a:ext cx="5715600" cy="29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0"/>
              <a:buFont typeface="Arial"/>
              <a:buNone/>
              <a:defRPr sz="9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body" idx="1"/>
          </p:nvPr>
        </p:nvSpPr>
        <p:spPr>
          <a:xfrm>
            <a:off x="756462" y="4197000"/>
            <a:ext cx="56892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1600"/>
              </a:spcAft>
              <a:buClr>
                <a:schemeClr val="dk1"/>
              </a:buClr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>
            <a:spLocks noGrp="1"/>
          </p:cNvSpPr>
          <p:nvPr>
            <p:ph type="title"/>
          </p:nvPr>
        </p:nvSpPr>
        <p:spPr>
          <a:xfrm>
            <a:off x="762092" y="376313"/>
            <a:ext cx="76197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body" idx="1"/>
          </p:nvPr>
        </p:nvSpPr>
        <p:spPr>
          <a:xfrm>
            <a:off x="762092" y="169886"/>
            <a:ext cx="7619700" cy="1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●"/>
              <a:defRPr sz="1000"/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/>
            </a:lvl2pPr>
            <a:lvl3pPr marL="1371600" lvl="2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1600"/>
              </a:spcAft>
              <a:buClr>
                <a:schemeClr val="dk1"/>
              </a:buClr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7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7"/>
          <p:cNvSpPr txBox="1">
            <a:spLocks noGrp="1"/>
          </p:cNvSpPr>
          <p:nvPr>
            <p:ph type="body" idx="1"/>
          </p:nvPr>
        </p:nvSpPr>
        <p:spPr>
          <a:xfrm>
            <a:off x="762093" y="169886"/>
            <a:ext cx="7619700" cy="1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000"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>
            <a:spLocks noGrp="1"/>
          </p:cNvSpPr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2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>
            <a:spLocks noGrp="1"/>
          </p:cNvSpPr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ubTitle" idx="1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2"/>
          </p:nvPr>
        </p:nvSpPr>
        <p:spPr>
          <a:xfrm>
            <a:off x="4939500" y="804528"/>
            <a:ext cx="3837000" cy="41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7"/>
          <p:cNvSpPr txBox="1">
            <a:spLocks noGrp="1"/>
          </p:cNvSpPr>
          <p:nvPr>
            <p:ph type="body" idx="1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title" hasCustomPrompt="1"/>
          </p:nvPr>
        </p:nvSpPr>
        <p:spPr>
          <a:xfrm>
            <a:off x="311700" y="1229028"/>
            <a:ext cx="8520600" cy="2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28"/>
          <p:cNvSpPr txBox="1">
            <a:spLocks noGrp="1"/>
          </p:cNvSpPr>
          <p:nvPr>
            <p:ph type="body" idx="1"/>
          </p:nvPr>
        </p:nvSpPr>
        <p:spPr>
          <a:xfrm>
            <a:off x="311700" y="3502472"/>
            <a:ext cx="8520600" cy="14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1">
  <p:cSld name="DIVIDER 1">
    <p:bg>
      <p:bgPr>
        <a:solidFill>
          <a:schemeClr val="accen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0"/>
          <p:cNvSpPr txBox="1">
            <a:spLocks noGrp="1"/>
          </p:cNvSpPr>
          <p:nvPr>
            <p:ph type="ctrTitle"/>
          </p:nvPr>
        </p:nvSpPr>
        <p:spPr>
          <a:xfrm>
            <a:off x="2044800" y="1122000"/>
            <a:ext cx="6192000" cy="29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0"/>
              <a:buFont typeface="Arial"/>
              <a:buNone/>
              <a:defRPr sz="9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0"/>
          <p:cNvSpPr/>
          <p:nvPr/>
        </p:nvSpPr>
        <p:spPr>
          <a:xfrm>
            <a:off x="1" y="0"/>
            <a:ext cx="1589617" cy="5712714"/>
          </a:xfrm>
          <a:custGeom>
            <a:avLst/>
            <a:gdLst/>
            <a:ahLst/>
            <a:cxnLst/>
            <a:rect l="l" t="t" r="r" b="b"/>
            <a:pathLst>
              <a:path w="1742046" h="7772400" extrusionOk="0">
                <a:moveTo>
                  <a:pt x="0" y="7772400"/>
                </a:moveTo>
                <a:lnTo>
                  <a:pt x="1742046" y="7772400"/>
                </a:lnTo>
                <a:lnTo>
                  <a:pt x="1742046" y="0"/>
                </a:lnTo>
                <a:lnTo>
                  <a:pt x="0" y="0"/>
                </a:lnTo>
                <a:lnTo>
                  <a:pt x="0" y="7772400"/>
                </a:lnTo>
                <a:close/>
              </a:path>
            </a:pathLst>
          </a:custGeom>
          <a:solidFill>
            <a:srgbClr val="00338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1 1">
  <p:cSld name="DIVIDER 1_1">
    <p:bg>
      <p:bgPr>
        <a:solidFill>
          <a:schemeClr val="accent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1"/>
          <p:cNvSpPr/>
          <p:nvPr/>
        </p:nvSpPr>
        <p:spPr>
          <a:xfrm>
            <a:off x="1" y="0"/>
            <a:ext cx="1589617" cy="5712714"/>
          </a:xfrm>
          <a:custGeom>
            <a:avLst/>
            <a:gdLst/>
            <a:ahLst/>
            <a:cxnLst/>
            <a:rect l="l" t="t" r="r" b="b"/>
            <a:pathLst>
              <a:path w="1742046" h="7772400" extrusionOk="0">
                <a:moveTo>
                  <a:pt x="0" y="7772400"/>
                </a:moveTo>
                <a:lnTo>
                  <a:pt x="1742046" y="7772400"/>
                </a:lnTo>
                <a:lnTo>
                  <a:pt x="1742046" y="0"/>
                </a:lnTo>
                <a:lnTo>
                  <a:pt x="0" y="0"/>
                </a:lnTo>
                <a:lnTo>
                  <a:pt x="0" y="7772400"/>
                </a:lnTo>
                <a:close/>
              </a:path>
            </a:pathLst>
          </a:custGeom>
          <a:solidFill>
            <a:srgbClr val="00338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2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>
            <a:spLocks noGrp="1"/>
          </p:cNvSpPr>
          <p:nvPr>
            <p:ph type="title"/>
          </p:nvPr>
        </p:nvSpPr>
        <p:spPr>
          <a:xfrm>
            <a:off x="762092" y="376313"/>
            <a:ext cx="76197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 txBox="1">
            <a:spLocks noGrp="1"/>
          </p:cNvSpPr>
          <p:nvPr>
            <p:ph type="body" idx="1"/>
          </p:nvPr>
        </p:nvSpPr>
        <p:spPr>
          <a:xfrm>
            <a:off x="762092" y="169886"/>
            <a:ext cx="7619700" cy="1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●"/>
              <a:defRPr sz="1000"/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/>
            </a:lvl2pPr>
            <a:lvl3pPr marL="1371600" lvl="2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1600"/>
              </a:spcAft>
              <a:buClr>
                <a:schemeClr val="dk1"/>
              </a:buClr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06f6d16625_2_128"/>
          <p:cNvSpPr txBox="1">
            <a:spLocks noGrp="1"/>
          </p:cNvSpPr>
          <p:nvPr>
            <p:ph type="title"/>
          </p:nvPr>
        </p:nvSpPr>
        <p:spPr>
          <a:xfrm>
            <a:off x="762092" y="376313"/>
            <a:ext cx="76197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g106f6d16625_2_128"/>
          <p:cNvSpPr txBox="1">
            <a:spLocks noGrp="1"/>
          </p:cNvSpPr>
          <p:nvPr>
            <p:ph type="body" idx="1"/>
          </p:nvPr>
        </p:nvSpPr>
        <p:spPr>
          <a:xfrm>
            <a:off x="762092" y="169886"/>
            <a:ext cx="7619700" cy="1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●"/>
              <a:defRPr sz="1000"/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/>
            </a:lvl2pPr>
            <a:lvl3pPr marL="1371600" lvl="2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1600"/>
              </a:spcAft>
              <a:buClr>
                <a:schemeClr val="dk1"/>
              </a:buClr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06f6d16625_2_135"/>
          <p:cNvSpPr txBox="1">
            <a:spLocks noGrp="1"/>
          </p:cNvSpPr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0" name="Google Shape;80;g106f6d16625_2_135"/>
          <p:cNvSpPr txBox="1">
            <a:spLocks noGrp="1"/>
          </p:cNvSpPr>
          <p:nvPr>
            <p:ph type="subTitle" idx="1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1" name="Google Shape;81;g106f6d16625_2_135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1 - Right light vertical image">
  <p:cSld name="TITLE SLIDE 1 - Right light vertical image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06f6d16625_2_143"/>
          <p:cNvSpPr txBox="1">
            <a:spLocks noGrp="1"/>
          </p:cNvSpPr>
          <p:nvPr>
            <p:ph type="ctrTitle"/>
          </p:nvPr>
        </p:nvSpPr>
        <p:spPr>
          <a:xfrm>
            <a:off x="729877" y="1116000"/>
            <a:ext cx="5715600" cy="29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0"/>
              <a:buFont typeface="Arial"/>
              <a:buNone/>
              <a:defRPr sz="9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106f6d16625_2_143"/>
          <p:cNvSpPr txBox="1">
            <a:spLocks noGrp="1"/>
          </p:cNvSpPr>
          <p:nvPr>
            <p:ph type="body" idx="1"/>
          </p:nvPr>
        </p:nvSpPr>
        <p:spPr>
          <a:xfrm>
            <a:off x="756462" y="4197000"/>
            <a:ext cx="56892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1600"/>
              </a:spcAft>
              <a:buClr>
                <a:schemeClr val="dk1"/>
              </a:buClr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06f6d16625_2_139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g106f6d16625_2_139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g106f6d16625_2_139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>
  <p:cSld name="2_Title Onl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06f6d16625_2_146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g106f6d16625_2_146"/>
          <p:cNvSpPr txBox="1">
            <a:spLocks noGrp="1"/>
          </p:cNvSpPr>
          <p:nvPr>
            <p:ph type="body" idx="1"/>
          </p:nvPr>
        </p:nvSpPr>
        <p:spPr>
          <a:xfrm>
            <a:off x="762093" y="169886"/>
            <a:ext cx="7619700" cy="1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000"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06f6d16625_2_149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g106f6d16625_2_149"/>
          <p:cNvSpPr txBox="1">
            <a:spLocks noGrp="1"/>
          </p:cNvSpPr>
          <p:nvPr>
            <p:ph type="body" idx="1"/>
          </p:nvPr>
        </p:nvSpPr>
        <p:spPr>
          <a:xfrm>
            <a:off x="762093" y="169886"/>
            <a:ext cx="7619700" cy="1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000"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06f6d16625_2_152"/>
          <p:cNvSpPr txBox="1">
            <a:spLocks noGrp="1"/>
          </p:cNvSpPr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g106f6d16625_2_152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06f6d16625_2_155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g106f6d16625_2_155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1" name="Google Shape;101;g106f6d16625_2_155"/>
          <p:cNvSpPr txBox="1">
            <a:spLocks noGrp="1"/>
          </p:cNvSpPr>
          <p:nvPr>
            <p:ph type="body" idx="2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2" name="Google Shape;102;g106f6d16625_2_155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06f6d16625_2_160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106f6d16625_2_160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06f6d16625_2_163"/>
          <p:cNvSpPr txBox="1">
            <a:spLocks noGrp="1"/>
          </p:cNvSpPr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8" name="Google Shape;108;g106f6d16625_2_163"/>
          <p:cNvSpPr txBox="1">
            <a:spLocks noGrp="1"/>
          </p:cNvSpPr>
          <p:nvPr>
            <p:ph type="body" idx="1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9" name="Google Shape;109;g106f6d16625_2_163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06f6d16625_2_167"/>
          <p:cNvSpPr txBox="1">
            <a:spLocks noGrp="1"/>
          </p:cNvSpPr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2" name="Google Shape;112;g106f6d16625_2_167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06f6d16625_2_170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106f6d16625_2_170"/>
          <p:cNvSpPr txBox="1">
            <a:spLocks noGrp="1"/>
          </p:cNvSpPr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6" name="Google Shape;116;g106f6d16625_2_170"/>
          <p:cNvSpPr txBox="1">
            <a:spLocks noGrp="1"/>
          </p:cNvSpPr>
          <p:nvPr>
            <p:ph type="subTitle" idx="1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7" name="Google Shape;117;g106f6d16625_2_170"/>
          <p:cNvSpPr txBox="1">
            <a:spLocks noGrp="1"/>
          </p:cNvSpPr>
          <p:nvPr>
            <p:ph type="body" idx="2"/>
          </p:nvPr>
        </p:nvSpPr>
        <p:spPr>
          <a:xfrm>
            <a:off x="4939500" y="804528"/>
            <a:ext cx="3837000" cy="41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8" name="Google Shape;118;g106f6d16625_2_170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06f6d16625_2_176"/>
          <p:cNvSpPr txBox="1">
            <a:spLocks noGrp="1"/>
          </p:cNvSpPr>
          <p:nvPr>
            <p:ph type="body" idx="1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1" name="Google Shape;121;g106f6d16625_2_176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06f6d16625_2_179"/>
          <p:cNvSpPr txBox="1">
            <a:spLocks noGrp="1"/>
          </p:cNvSpPr>
          <p:nvPr>
            <p:ph type="title" hasCustomPrompt="1"/>
          </p:nvPr>
        </p:nvSpPr>
        <p:spPr>
          <a:xfrm>
            <a:off x="311700" y="1229028"/>
            <a:ext cx="8520600" cy="2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4" name="Google Shape;124;g106f6d16625_2_179"/>
          <p:cNvSpPr txBox="1">
            <a:spLocks noGrp="1"/>
          </p:cNvSpPr>
          <p:nvPr>
            <p:ph type="body" idx="1"/>
          </p:nvPr>
        </p:nvSpPr>
        <p:spPr>
          <a:xfrm>
            <a:off x="311700" y="3502472"/>
            <a:ext cx="8520600" cy="14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g106f6d16625_2_179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1">
  <p:cSld name="DIVIDER 1">
    <p:bg>
      <p:bgPr>
        <a:solidFill>
          <a:schemeClr val="accen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06f6d16625_2_185"/>
          <p:cNvSpPr txBox="1">
            <a:spLocks noGrp="1"/>
          </p:cNvSpPr>
          <p:nvPr>
            <p:ph type="ctrTitle"/>
          </p:nvPr>
        </p:nvSpPr>
        <p:spPr>
          <a:xfrm>
            <a:off x="2044800" y="1122000"/>
            <a:ext cx="6192000" cy="29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0"/>
              <a:buFont typeface="Arial"/>
              <a:buNone/>
              <a:defRPr sz="9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g106f6d16625_2_185"/>
          <p:cNvSpPr/>
          <p:nvPr/>
        </p:nvSpPr>
        <p:spPr>
          <a:xfrm>
            <a:off x="1" y="0"/>
            <a:ext cx="1589617" cy="5712714"/>
          </a:xfrm>
          <a:custGeom>
            <a:avLst/>
            <a:gdLst/>
            <a:ahLst/>
            <a:cxnLst/>
            <a:rect l="l" t="t" r="r" b="b"/>
            <a:pathLst>
              <a:path w="1742046" h="7772400" extrusionOk="0">
                <a:moveTo>
                  <a:pt x="0" y="7772400"/>
                </a:moveTo>
                <a:lnTo>
                  <a:pt x="1742046" y="7772400"/>
                </a:lnTo>
                <a:lnTo>
                  <a:pt x="1742046" y="0"/>
                </a:lnTo>
                <a:lnTo>
                  <a:pt x="0" y="0"/>
                </a:lnTo>
                <a:lnTo>
                  <a:pt x="0" y="7772400"/>
                </a:lnTo>
                <a:close/>
              </a:path>
            </a:pathLst>
          </a:custGeom>
          <a:solidFill>
            <a:srgbClr val="00338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1 1">
  <p:cSld name="DIVIDER 1_1">
    <p:bg>
      <p:bgPr>
        <a:solidFill>
          <a:schemeClr val="accent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06f6d16625_2_188"/>
          <p:cNvSpPr/>
          <p:nvPr/>
        </p:nvSpPr>
        <p:spPr>
          <a:xfrm>
            <a:off x="1" y="0"/>
            <a:ext cx="1589617" cy="5712714"/>
          </a:xfrm>
          <a:custGeom>
            <a:avLst/>
            <a:gdLst/>
            <a:ahLst/>
            <a:cxnLst/>
            <a:rect l="l" t="t" r="r" b="b"/>
            <a:pathLst>
              <a:path w="1742046" h="7772400" extrusionOk="0">
                <a:moveTo>
                  <a:pt x="0" y="7772400"/>
                </a:moveTo>
                <a:lnTo>
                  <a:pt x="1742046" y="7772400"/>
                </a:lnTo>
                <a:lnTo>
                  <a:pt x="1742046" y="0"/>
                </a:lnTo>
                <a:lnTo>
                  <a:pt x="0" y="0"/>
                </a:lnTo>
                <a:lnTo>
                  <a:pt x="0" y="7772400"/>
                </a:lnTo>
                <a:close/>
              </a:path>
            </a:pathLst>
          </a:custGeom>
          <a:solidFill>
            <a:srgbClr val="00338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2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06f6d16625_2_190"/>
          <p:cNvSpPr txBox="1">
            <a:spLocks noGrp="1"/>
          </p:cNvSpPr>
          <p:nvPr>
            <p:ph type="title"/>
          </p:nvPr>
        </p:nvSpPr>
        <p:spPr>
          <a:xfrm>
            <a:off x="762092" y="376313"/>
            <a:ext cx="76197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g106f6d16625_2_190"/>
          <p:cNvSpPr txBox="1">
            <a:spLocks noGrp="1"/>
          </p:cNvSpPr>
          <p:nvPr>
            <p:ph type="body" idx="1"/>
          </p:nvPr>
        </p:nvSpPr>
        <p:spPr>
          <a:xfrm>
            <a:off x="762092" y="169886"/>
            <a:ext cx="7619700" cy="1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●"/>
              <a:defRPr sz="1000"/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/>
            </a:lvl2pPr>
            <a:lvl3pPr marL="1371600" lvl="2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90000"/>
              </a:lnSpc>
              <a:spcBef>
                <a:spcPts val="500"/>
              </a:spcBef>
              <a:spcAft>
                <a:spcPts val="1600"/>
              </a:spcAft>
              <a:buClr>
                <a:schemeClr val="dk1"/>
              </a:buClr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oogle Shape;10;p11"/>
          <p:cNvGraphicFramePr/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r:id="rId18" imgW="1588" imgH="1588" progId="TCLayout.ActiveDocument.1">
                  <p:embed/>
                </p:oleObj>
              </mc:Choice>
              <mc:Fallback>
                <p:oleObj r:id="rId18" imgW="1588" imgH="1588" progId="TCLayout.ActiveDocument.1">
                  <p:embed/>
                  <p:pic>
                    <p:nvPicPr>
                      <p:cNvPr id="10" name="Google Shape;10;p11"/>
                      <p:cNvPicPr preferRelativeResize="0"/>
                      <p:nvPr/>
                    </p:nvPicPr>
                    <p:blipFill rotWithShape="1">
                      <a:blip r:embed="rId19">
                        <a:alphaModFix/>
                      </a:blip>
                      <a:srcRect/>
                      <a:stretch/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Google Shape;11;p11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g106f6d16625_2_123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588" y="1588"/>
            <a:ext cx="1588" cy="15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106f6d16625_2_123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g106f6d16625_2_123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g106f6d16625_2_123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" name="Google Shape;138;p1"/>
          <p:cNvGraphicFramePr/>
          <p:nvPr/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" r:id="rId4" imgW="1587" imgH="1587" progId="TCLayout.ActiveDocument.1">
                  <p:embed/>
                </p:oleObj>
              </mc:Choice>
              <mc:Fallback>
                <p:oleObj r:id="rId4" imgW="1587" imgH="1587" progId="TCLayout.ActiveDocument.1">
                  <p:embed/>
                  <p:pic>
                    <p:nvPicPr>
                      <p:cNvPr id="138" name="Google Shape;138;p1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9" name="Google Shape;13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6" y="1323"/>
            <a:ext cx="1190" cy="119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"/>
          <p:cNvSpPr txBox="1">
            <a:spLocks noGrp="1"/>
          </p:cNvSpPr>
          <p:nvPr>
            <p:ph type="ctrTitle"/>
          </p:nvPr>
        </p:nvSpPr>
        <p:spPr>
          <a:xfrm>
            <a:off x="648000" y="540000"/>
            <a:ext cx="7152600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Pts val="3900"/>
              <a:buFont typeface="Arial"/>
              <a:buNone/>
            </a:pPr>
            <a:endParaRPr sz="2600" dirty="0">
              <a:latin typeface="Arial" panose="020B0604020202020204" pitchFamily="34" charset="0"/>
              <a:ea typeface="Manrope"/>
              <a:cs typeface="Arial" panose="020B0604020202020204" pitchFamily="34" charset="0"/>
              <a:sym typeface="Manrope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Pts val="3900"/>
              <a:buFont typeface="Arial"/>
              <a:buNone/>
            </a:pPr>
            <a:r>
              <a:rPr lang="ru-RU" sz="2600" b="1" dirty="0">
                <a:latin typeface="Arial" panose="020B0604020202020204" pitchFamily="34" charset="0"/>
                <a:ea typeface="Manrope"/>
                <a:cs typeface="Arial" panose="020B0604020202020204" pitchFamily="34" charset="0"/>
                <a:sym typeface="Manrope"/>
              </a:rPr>
              <a:t>Статус по проекту ЛИМС УНС</a:t>
            </a:r>
            <a:endParaRPr sz="2600" b="1" dirty="0">
              <a:latin typeface="Arial" panose="020B0604020202020204" pitchFamily="34" charset="0"/>
              <a:ea typeface="Manrope"/>
              <a:cs typeface="Arial" panose="020B0604020202020204" pitchFamily="34" charset="0"/>
              <a:sym typeface="Manrope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Pts val="3900"/>
              <a:buFont typeface="Arial"/>
              <a:buNone/>
            </a:pPr>
            <a:r>
              <a:rPr lang="ru-RU" sz="2600" b="1" dirty="0" smtClean="0">
                <a:latin typeface="Arial" panose="020B0604020202020204" pitchFamily="34" charset="0"/>
                <a:ea typeface="Manrope"/>
                <a:cs typeface="Arial" panose="020B0604020202020204" pitchFamily="34" charset="0"/>
                <a:sym typeface="Manrope"/>
              </a:rPr>
              <a:t>22.09-26.09</a:t>
            </a:r>
            <a:endParaRPr sz="2600" b="1" dirty="0">
              <a:latin typeface="Arial" panose="020B0604020202020204" pitchFamily="34" charset="0"/>
              <a:ea typeface="Manrope"/>
              <a:cs typeface="Arial" panose="020B0604020202020204" pitchFamily="34" charset="0"/>
              <a:sym typeface="Manrope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Pts val="3900"/>
              <a:buFont typeface="Arial"/>
              <a:buNone/>
            </a:pPr>
            <a:endParaRPr sz="2600" b="1" dirty="0">
              <a:latin typeface="Arial" panose="020B0604020202020204" pitchFamily="34" charset="0"/>
              <a:ea typeface="Manrope"/>
              <a:cs typeface="Arial" panose="020B0604020202020204" pitchFamily="34" charset="0"/>
              <a:sym typeface="Manrope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Pts val="3900"/>
              <a:buFont typeface="Arial"/>
              <a:buNone/>
            </a:pPr>
            <a:endParaRPr sz="2600" b="1" dirty="0">
              <a:latin typeface="Arial" panose="020B0604020202020204" pitchFamily="34" charset="0"/>
              <a:ea typeface="Manrope"/>
              <a:cs typeface="Arial" panose="020B0604020202020204" pitchFamily="34" charset="0"/>
              <a:sym typeface="Manrope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Pts val="3900"/>
              <a:buFont typeface="Arial"/>
              <a:buNone/>
            </a:pPr>
            <a:endParaRPr sz="2600" b="1" dirty="0">
              <a:latin typeface="Arial" panose="020B0604020202020204" pitchFamily="34" charset="0"/>
              <a:ea typeface="Manrope"/>
              <a:cs typeface="Arial" panose="020B0604020202020204" pitchFamily="34" charset="0"/>
              <a:sym typeface="Manrope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Pts val="3900"/>
              <a:buFont typeface="Arial"/>
              <a:buNone/>
            </a:pPr>
            <a:endParaRPr sz="2600" b="1" dirty="0">
              <a:latin typeface="Arial" panose="020B0604020202020204" pitchFamily="34" charset="0"/>
              <a:ea typeface="Manrope"/>
              <a:cs typeface="Arial" panose="020B0604020202020204" pitchFamily="34" charset="0"/>
              <a:sym typeface="Manrope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Pts val="3900"/>
              <a:buFont typeface="Arial"/>
              <a:buNone/>
            </a:pPr>
            <a:endParaRPr sz="2600" b="1" dirty="0">
              <a:latin typeface="Arial" panose="020B0604020202020204" pitchFamily="34" charset="0"/>
              <a:ea typeface="Manrope"/>
              <a:cs typeface="Arial" panose="020B0604020202020204" pitchFamily="34" charset="0"/>
              <a:sym typeface="Manrope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Pts val="3900"/>
              <a:buFont typeface="Arial"/>
              <a:buNone/>
            </a:pPr>
            <a:endParaRPr sz="1000" b="1" dirty="0">
              <a:latin typeface="Arial" panose="020B0604020202020204" pitchFamily="34" charset="0"/>
              <a:ea typeface="Manrope"/>
              <a:cs typeface="Arial" panose="020B0604020202020204" pitchFamily="34" charset="0"/>
              <a:sym typeface="Manrope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Pts val="3900"/>
              <a:buFont typeface="Arial"/>
              <a:buNone/>
            </a:pPr>
            <a:endParaRPr sz="2600" b="1" dirty="0">
              <a:latin typeface="Arial" panose="020B0604020202020204" pitchFamily="34" charset="0"/>
              <a:ea typeface="Manrope"/>
              <a:cs typeface="Arial" panose="020B0604020202020204" pitchFamily="34" charset="0"/>
              <a:sym typeface="Manrope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Pts val="3900"/>
              <a:buFont typeface="Arial"/>
              <a:buNone/>
            </a:pPr>
            <a:endParaRPr sz="2600" b="1" dirty="0">
              <a:latin typeface="Arial" panose="020B0604020202020204" pitchFamily="34" charset="0"/>
              <a:ea typeface="Manrope"/>
              <a:cs typeface="Arial" panose="020B0604020202020204" pitchFamily="34" charset="0"/>
              <a:sym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g30e337bcd49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8" y="1588"/>
            <a:ext cx="1588" cy="15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0e337bcd49_0_1"/>
          <p:cNvSpPr txBox="1">
            <a:spLocks noGrp="1"/>
          </p:cNvSpPr>
          <p:nvPr>
            <p:ph type="title"/>
          </p:nvPr>
        </p:nvSpPr>
        <p:spPr>
          <a:xfrm>
            <a:off x="390750" y="230700"/>
            <a:ext cx="8362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700"/>
              <a:buFont typeface="Arial"/>
              <a:buNone/>
            </a:pPr>
            <a:r>
              <a:rPr lang="ru-RU" sz="3200" b="1" dirty="0">
                <a:latin typeface="Arial" panose="020B0604020202020204" pitchFamily="34" charset="0"/>
                <a:ea typeface="Manrope"/>
                <a:cs typeface="Arial" panose="020B0604020202020204" pitchFamily="34" charset="0"/>
                <a:sym typeface="Manrope"/>
              </a:rPr>
              <a:t>  Что было выполнено</a:t>
            </a:r>
            <a:endParaRPr sz="3200" b="1" dirty="0">
              <a:latin typeface="Arial" panose="020B0604020202020204" pitchFamily="34" charset="0"/>
              <a:ea typeface="Manrope"/>
              <a:cs typeface="Arial" panose="020B0604020202020204" pitchFamily="34" charset="0"/>
              <a:sym typeface="Manrope"/>
            </a:endParaRPr>
          </a:p>
        </p:txBody>
      </p:sp>
      <p:sp>
        <p:nvSpPr>
          <p:cNvPr id="147" name="Google Shape;147;g30e337bcd49_0_1"/>
          <p:cNvSpPr txBox="1">
            <a:spLocks noGrp="1"/>
          </p:cNvSpPr>
          <p:nvPr>
            <p:ph type="sldNum" idx="4294967295"/>
          </p:nvPr>
        </p:nvSpPr>
        <p:spPr>
          <a:xfrm>
            <a:off x="8323200" y="5058000"/>
            <a:ext cx="18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 b="1">
                <a:solidFill>
                  <a:srgbClr val="9E9E9E"/>
                </a:solidFill>
                <a:latin typeface="Arial" panose="020B0604020202020204" pitchFamily="34" charset="0"/>
                <a:ea typeface="Manrope"/>
                <a:cs typeface="Arial" panose="020B0604020202020204" pitchFamily="34" charset="0"/>
                <a:sym typeface="Manrope"/>
              </a:rPr>
              <a:t>2</a:t>
            </a:fld>
            <a:endParaRPr b="1">
              <a:solidFill>
                <a:srgbClr val="9E9E9E"/>
              </a:solidFill>
              <a:latin typeface="Arial" panose="020B0604020202020204" pitchFamily="34" charset="0"/>
              <a:ea typeface="Manrope"/>
              <a:cs typeface="Arial" panose="020B0604020202020204" pitchFamily="34" charset="0"/>
              <a:sym typeface="Manrope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90750" y="716280"/>
            <a:ext cx="83625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4708. Настроить абзацы при описании объекта в ЛИМС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4730. Настройка выбора лица, оформляющего ПИ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Реализовали функционал выбора оформляющего ПИ согласно требованиям.</a:t>
            </a:r>
            <a:endParaRPr lang="ru-RU" sz="2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4734. Ошибка при создании и оформлении командировочного. Исправили баг, при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котором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журнале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командировок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 отображаются суточные расходы, а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заявке 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они видны.</a:t>
            </a:r>
            <a:endParaRPr lang="ru-RU" sz="2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4735. Перестало приходить уведомление руководителю. Исправили ошибку и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теперь </a:t>
            </a:r>
            <a:r>
              <a:rPr lang="ru-RU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Апанович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Елене </a:t>
            </a:r>
            <a:r>
              <a:rPr lang="ru-RU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Эдвартовне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приходит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уведомления для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подтверждения.</a:t>
            </a:r>
          </a:p>
          <a:p>
            <a:pPr algn="just"/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4736, 4737.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Дублируются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командировки. Убрали баг с дублированием в журнале командировок.</a:t>
            </a:r>
          </a:p>
          <a:p>
            <a:pPr algn="just"/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4738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Некорректная сумма по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счет - оферте. Исправили функционал по подсчету суммы по счет – оферте.</a:t>
            </a:r>
          </a:p>
          <a:p>
            <a:pPr algn="just"/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4739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При формировании упрощённого протокола исчезла фраза в конце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протокола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Восстановили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фразу в упрощенном протоколе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«Конец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протокола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испытаний».</a:t>
            </a:r>
          </a:p>
          <a:p>
            <a:pPr algn="just"/>
            <a:endParaRPr lang="ru-RU" sz="2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6C2862-A2CD-4ABC-AE77-27C7B24EE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90558"/>
            <a:ext cx="8520600" cy="705527"/>
          </a:xfrm>
        </p:spPr>
        <p:txBody>
          <a:bodyPr/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Что было выполнено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545EE4-8517-4DF8-9E87-FD757C6952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9643" y="796085"/>
            <a:ext cx="8520600" cy="4328270"/>
          </a:xfrm>
        </p:spPr>
        <p:txBody>
          <a:bodyPr/>
          <a:lstStyle/>
          <a:p>
            <a:pPr marL="0" indent="0" algn="just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4742. Кнопку формирования ТЗ сделать активной для формирования новой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ТЗ.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заявке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1329 исправили кнопку для формирования ТЗ.</a:t>
            </a:r>
          </a:p>
          <a:p>
            <a:pPr marL="0" indent="0" algn="just"/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4743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Сделать пробы «По умолчанию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».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Сделали чтобы при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внесении акта приемки проб,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умолчанию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были "отжаты" каждая позиция в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пробах.</a:t>
            </a:r>
            <a:endParaRPr lang="ru-RU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4744. Формирование новых повторных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заявок. Убрали баг когда при сохранении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заявка очень долго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сохранятся,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 дожидаясь ответа от программы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нажимают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еще раз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сохранить и сколько раз нажали такое кол-во заявок сохранилось.</a:t>
            </a:r>
            <a:endParaRPr lang="ru-RU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4746. Привязать пробы к протоколу.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Привязали пробы в заявке 1854.</a:t>
            </a:r>
            <a:endParaRPr lang="ru-RU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/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4748, 4749. Не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правильно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подгруженные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документы в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командировках.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Убрали н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правильно подгружены документы в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отчете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командировках.</a:t>
            </a:r>
            <a:endParaRPr lang="ru-RU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187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g362b1aadfbb_0_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8" y="1588"/>
            <a:ext cx="1588" cy="158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62b1aadfbb_0_14"/>
          <p:cNvSpPr txBox="1">
            <a:spLocks noGrp="1"/>
          </p:cNvSpPr>
          <p:nvPr>
            <p:ph type="title"/>
          </p:nvPr>
        </p:nvSpPr>
        <p:spPr>
          <a:xfrm>
            <a:off x="647700" y="327598"/>
            <a:ext cx="8362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700"/>
              <a:buFont typeface="Arial"/>
              <a:buNone/>
            </a:pPr>
            <a:r>
              <a:rPr lang="ru-RU" sz="3200" b="1" dirty="0">
                <a:latin typeface="Arial" panose="020B0604020202020204" pitchFamily="34" charset="0"/>
                <a:ea typeface="Manrope"/>
                <a:cs typeface="Arial" panose="020B0604020202020204" pitchFamily="34" charset="0"/>
                <a:sym typeface="Manrope"/>
              </a:rPr>
              <a:t>План на неделю</a:t>
            </a:r>
            <a:endParaRPr sz="3200" b="1" dirty="0">
              <a:latin typeface="Arial" panose="020B0604020202020204" pitchFamily="34" charset="0"/>
              <a:ea typeface="Manrope"/>
              <a:cs typeface="Arial" panose="020B0604020202020204" pitchFamily="34" charset="0"/>
              <a:sym typeface="Manrope"/>
            </a:endParaRPr>
          </a:p>
        </p:txBody>
      </p:sp>
      <p:sp>
        <p:nvSpPr>
          <p:cNvPr id="187" name="Google Shape;187;g362b1aadfbb_0_14"/>
          <p:cNvSpPr txBox="1">
            <a:spLocks noGrp="1"/>
          </p:cNvSpPr>
          <p:nvPr>
            <p:ph type="sldNum" idx="4294967295"/>
          </p:nvPr>
        </p:nvSpPr>
        <p:spPr>
          <a:xfrm>
            <a:off x="8323200" y="5058000"/>
            <a:ext cx="18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 b="1">
                <a:solidFill>
                  <a:srgbClr val="9E9E9E"/>
                </a:solidFill>
                <a:latin typeface="Arial" panose="020B0604020202020204" pitchFamily="34" charset="0"/>
                <a:ea typeface="Manrope"/>
                <a:cs typeface="Arial" panose="020B0604020202020204" pitchFamily="34" charset="0"/>
                <a:sym typeface="Manrope"/>
              </a:rPr>
              <a:t>4</a:t>
            </a:fld>
            <a:endParaRPr b="1">
              <a:solidFill>
                <a:srgbClr val="9E9E9E"/>
              </a:solidFill>
              <a:latin typeface="Arial" panose="020B0604020202020204" pitchFamily="34" charset="0"/>
              <a:ea typeface="Manrope"/>
              <a:cs typeface="Arial" panose="020B0604020202020204" pitchFamily="34" charset="0"/>
              <a:sym typeface="Manrope"/>
            </a:endParaRPr>
          </a:p>
        </p:txBody>
      </p:sp>
      <p:sp>
        <p:nvSpPr>
          <p:cNvPr id="188" name="Google Shape;188;g362b1aadfbb_0_14"/>
          <p:cNvSpPr txBox="1">
            <a:spLocks noGrp="1"/>
          </p:cNvSpPr>
          <p:nvPr>
            <p:ph type="title"/>
          </p:nvPr>
        </p:nvSpPr>
        <p:spPr>
          <a:xfrm>
            <a:off x="647700" y="1271519"/>
            <a:ext cx="8188729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4536. Добавление нескольких НД на один показатель.</a:t>
            </a:r>
            <a:b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4661. Слетают руководители в ТЗ.</a:t>
            </a:r>
            <a:b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4715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 двоение заявок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4762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Изменить заказчика.</a:t>
            </a: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63545a9d17_0_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8" y="1588"/>
            <a:ext cx="1588" cy="158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63545a9d17_0_15"/>
          <p:cNvSpPr txBox="1">
            <a:spLocks noGrp="1"/>
          </p:cNvSpPr>
          <p:nvPr>
            <p:ph type="title"/>
          </p:nvPr>
        </p:nvSpPr>
        <p:spPr>
          <a:xfrm>
            <a:off x="647700" y="377475"/>
            <a:ext cx="8362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700"/>
              <a:buFont typeface="Arial"/>
              <a:buNone/>
            </a:pPr>
            <a:r>
              <a:rPr lang="ru-RU" sz="3200" b="1" dirty="0">
                <a:latin typeface="Manrope"/>
                <a:ea typeface="Manrope"/>
                <a:cs typeface="Manrope"/>
                <a:sym typeface="Manrope"/>
              </a:rPr>
              <a:t>Открытые вопросы</a:t>
            </a:r>
            <a:endParaRPr sz="32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5" name="Google Shape;235;g363545a9d17_0_15"/>
          <p:cNvSpPr txBox="1">
            <a:spLocks noGrp="1"/>
          </p:cNvSpPr>
          <p:nvPr>
            <p:ph type="sldNum" idx="4294967295"/>
          </p:nvPr>
        </p:nvSpPr>
        <p:spPr>
          <a:xfrm>
            <a:off x="8323200" y="5058000"/>
            <a:ext cx="18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 b="1">
                <a:solidFill>
                  <a:srgbClr val="9E9E9E"/>
                </a:solidFill>
                <a:latin typeface="Manrope"/>
                <a:ea typeface="Manrope"/>
                <a:cs typeface="Manrope"/>
                <a:sym typeface="Manrope"/>
              </a:rPr>
              <a:t>5</a:t>
            </a:fld>
            <a:endParaRPr b="1">
              <a:solidFill>
                <a:srgbClr val="9E9E9E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278</Words>
  <Application>Microsoft Office PowerPoint</Application>
  <PresentationFormat>Экран (16:10)</PresentationFormat>
  <Paragraphs>29</Paragraphs>
  <Slides>5</Slides>
  <Notes>4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Arial</vt:lpstr>
      <vt:lpstr>Manrope</vt:lpstr>
      <vt:lpstr>Calibri</vt:lpstr>
      <vt:lpstr>Simple Light</vt:lpstr>
      <vt:lpstr>Simple Light</vt:lpstr>
      <vt:lpstr>TCLayout.ActiveDocument.1</vt:lpstr>
      <vt:lpstr> Статус по проекту ЛИМС УНС 22.09-26.09        </vt:lpstr>
      <vt:lpstr>  Что было выполнено</vt:lpstr>
      <vt:lpstr>Что было выполнено</vt:lpstr>
      <vt:lpstr>План на неделю</vt:lpstr>
      <vt:lpstr>Открытые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Статус по проекту ЛИМС УНС 04.08-08.08      11.08.2025</dc:title>
  <dc:creator>Dell</dc:creator>
  <cp:lastModifiedBy>Admin</cp:lastModifiedBy>
  <cp:revision>52</cp:revision>
  <dcterms:modified xsi:type="dcterms:W3CDTF">2025-09-29T03:11:14Z</dcterms:modified>
</cp:coreProperties>
</file>